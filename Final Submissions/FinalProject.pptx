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8" r:id="rId3"/>
    <p:sldId id="257" r:id="rId4"/>
    <p:sldId id="260" r:id="rId5"/>
    <p:sldId id="262" r:id="rId6"/>
    <p:sldId id="259" r:id="rId7"/>
    <p:sldId id="263" r:id="rId8"/>
    <p:sldId id="261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6127D52-DD89-4D1B-910A-7B81ED06FF8A}" type="datetimeFigureOut">
              <a:rPr lang="en-US" smtClean="0"/>
              <a:pPr/>
              <a:t>5/4/2016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8AF47A0-4BE0-4A52-93DE-91BE5F776A1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6127D52-DD89-4D1B-910A-7B81ED06FF8A}" type="datetimeFigureOut">
              <a:rPr lang="en-US" smtClean="0"/>
              <a:pPr/>
              <a:t>5/4/2016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8AF47A0-4BE0-4A52-93DE-91BE5F776A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6127D52-DD89-4D1B-910A-7B81ED06FF8A}" type="datetimeFigureOut">
              <a:rPr lang="en-US" smtClean="0"/>
              <a:pPr/>
              <a:t>5/4/2016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8AF47A0-4BE0-4A52-93DE-91BE5F776A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6127D52-DD89-4D1B-910A-7B81ED06FF8A}" type="datetimeFigureOut">
              <a:rPr lang="en-US" smtClean="0"/>
              <a:pPr/>
              <a:t>5/4/2016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8AF47A0-4BE0-4A52-93DE-91BE5F776A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6127D52-DD89-4D1B-910A-7B81ED06FF8A}" type="datetimeFigureOut">
              <a:rPr lang="en-US" smtClean="0"/>
              <a:pPr/>
              <a:t>5/4/2016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8AF47A0-4BE0-4A52-93DE-91BE5F776A1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6127D52-DD89-4D1B-910A-7B81ED06FF8A}" type="datetimeFigureOut">
              <a:rPr lang="en-US" smtClean="0"/>
              <a:pPr/>
              <a:t>5/4/2016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8AF47A0-4BE0-4A52-93DE-91BE5F776A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6127D52-DD89-4D1B-910A-7B81ED06FF8A}" type="datetimeFigureOut">
              <a:rPr lang="en-US" smtClean="0"/>
              <a:pPr/>
              <a:t>5/4/2016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8AF47A0-4BE0-4A52-93DE-91BE5F776A1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56127D52-DD89-4D1B-910A-7B81ED06FF8A}" type="datetimeFigureOut">
              <a:rPr lang="en-US" smtClean="0"/>
              <a:pPr/>
              <a:t>5/4/2016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8AF47A0-4BE0-4A52-93DE-91BE5F776A1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6127D52-DD89-4D1B-910A-7B81ED06FF8A}" type="datetimeFigureOut">
              <a:rPr lang="en-US" smtClean="0"/>
              <a:pPr/>
              <a:t>5/4/2016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78AF47A0-4BE0-4A52-93DE-91BE5F776A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6127D52-DD89-4D1B-910A-7B81ED06FF8A}" type="datetimeFigureOut">
              <a:rPr lang="en-US" smtClean="0"/>
              <a:pPr/>
              <a:t>5/4/2016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8AF47A0-4BE0-4A52-93DE-91BE5F776A1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6127D52-DD89-4D1B-910A-7B81ED06FF8A}" type="datetimeFigureOut">
              <a:rPr lang="en-US" smtClean="0"/>
              <a:pPr/>
              <a:t>5/4/2016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8AF47A0-4BE0-4A52-93DE-91BE5F776A1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56127D52-DD89-4D1B-910A-7B81ED06FF8A}" type="datetimeFigureOut">
              <a:rPr lang="en-US" smtClean="0"/>
              <a:pPr/>
              <a:t>5/4/2016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78AF47A0-4BE0-4A52-93DE-91BE5F776A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video" Target="file:///C:\Users\Siddhant%20Jaiswal\Desktop\Spring%2016\Ubiquitous%20Comp\VidsFinal\PranayMyo1.mp4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video" Target="file:///C:\Users\Siddhant%20Jaiswal\Desktop\Spring%2016\MyoScreenRecd.mp4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470025"/>
          </a:xfrm>
        </p:spPr>
        <p:txBody>
          <a:bodyPr/>
          <a:lstStyle/>
          <a:p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MYO – Gallery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3581400"/>
            <a:ext cx="6400800" cy="1752600"/>
          </a:xfrm>
        </p:spPr>
        <p:txBody>
          <a:bodyPr/>
          <a:lstStyle/>
          <a:p>
            <a:r>
              <a:rPr lang="en-US" b="1" dirty="0" smtClean="0"/>
              <a:t>Project by : Siddhant Jaiswal</a:t>
            </a:r>
            <a:br>
              <a:rPr lang="en-US" b="1" dirty="0" smtClean="0"/>
            </a:br>
            <a:r>
              <a:rPr lang="en-US" b="1" dirty="0" smtClean="0"/>
              <a:t>                   </a:t>
            </a:r>
            <a:r>
              <a:rPr lang="en-US" b="1" dirty="0" err="1" smtClean="0"/>
              <a:t>Saurabh</a:t>
            </a:r>
            <a:r>
              <a:rPr lang="en-US" b="1" dirty="0" smtClean="0"/>
              <a:t> </a:t>
            </a:r>
            <a:r>
              <a:rPr lang="en-US" b="1" dirty="0" err="1" smtClean="0"/>
              <a:t>Bindal</a:t>
            </a:r>
            <a:endParaRPr lang="en-US" b="1" dirty="0"/>
          </a:p>
        </p:txBody>
      </p:sp>
      <p:pic>
        <p:nvPicPr>
          <p:cNvPr id="4" name="arm@2x.png"/>
          <p:cNvPicPr/>
          <p:nvPr/>
        </p:nvPicPr>
        <p:blipFill>
          <a:blip r:embed="rId2" cstate="print">
            <a:extLst/>
          </a:blip>
          <a:stretch>
            <a:fillRect/>
          </a:stretch>
        </p:blipFill>
        <p:spPr>
          <a:xfrm>
            <a:off x="838200" y="2133600"/>
            <a:ext cx="2133600" cy="23622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001000" cy="47244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To develop a Gallery Application in Android</a:t>
            </a:r>
          </a:p>
          <a:p>
            <a:endParaRPr lang="en-US" dirty="0" smtClean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To use 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Myo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 Arm Controller to control the Gallery app with Gesture motions</a:t>
            </a:r>
          </a:p>
          <a:p>
            <a:endParaRPr lang="en-US" dirty="0" smtClean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Example : Selecting an Image from a list of Images, Zooming in and out of a image.</a:t>
            </a:r>
            <a:b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Goal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                 </a:t>
            </a:r>
            <a:r>
              <a:rPr lang="en-US" dirty="0" smtClean="0"/>
              <a:t>				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ground-orange-blur@2x.png"/>
          <p:cNvPicPr>
            <a:picLocks noGrp="1"/>
          </p:cNvPicPr>
          <p:nvPr>
            <p:ph idx="1"/>
          </p:nvPr>
        </p:nvPicPr>
        <p:blipFill>
          <a:blip r:embed="rId2" cstate="print">
            <a:extLst/>
          </a:blip>
          <a:stretch>
            <a:fillRect/>
          </a:stretch>
        </p:blipFill>
        <p:spPr>
          <a:xfrm>
            <a:off x="1066800" y="1219201"/>
            <a:ext cx="7758569" cy="44958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MYO ?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895600" y="1981200"/>
            <a:ext cx="5715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800" dirty="0">
                <a:solidFill>
                  <a:srgbClr val="FFFFFF"/>
                </a:solidFill>
              </a:rPr>
              <a:t>The </a:t>
            </a:r>
            <a:r>
              <a:rPr lang="en-US" sz="2800" dirty="0" err="1">
                <a:solidFill>
                  <a:srgbClr val="FFFFFF"/>
                </a:solidFill>
              </a:rPr>
              <a:t>Myo</a:t>
            </a:r>
            <a:r>
              <a:rPr lang="en-US" sz="2800" dirty="0">
                <a:solidFill>
                  <a:srgbClr val="FFFFFF"/>
                </a:solidFill>
              </a:rPr>
              <a:t> armband reads the electrical activity of your muscles and the motion of your arm to let you wirelessly control technology with hand gestures.</a:t>
            </a:r>
          </a:p>
        </p:txBody>
      </p:sp>
      <p:pic>
        <p:nvPicPr>
          <p:cNvPr id="6" name="myo-white@2x.png"/>
          <p:cNvPicPr/>
          <p:nvPr/>
        </p:nvPicPr>
        <p:blipFill>
          <a:blip r:embed="rId3" cstate="print">
            <a:extLst/>
          </a:blip>
          <a:stretch>
            <a:fillRect/>
          </a:stretch>
        </p:blipFill>
        <p:spPr>
          <a:xfrm>
            <a:off x="1219200" y="3352801"/>
            <a:ext cx="1676400" cy="1828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EMG@2x.png"/>
          <p:cNvPicPr/>
          <p:nvPr/>
        </p:nvPicPr>
        <p:blipFill>
          <a:blip r:embed="rId4" cstate="print">
            <a:extLst/>
          </a:blip>
          <a:stretch>
            <a:fillRect/>
          </a:stretch>
        </p:blipFill>
        <p:spPr>
          <a:xfrm>
            <a:off x="1447800" y="2209800"/>
            <a:ext cx="1143000" cy="9906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1524001"/>
            <a:ext cx="6321979" cy="4660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     Work Flow of the Application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Picture Gallery</a:t>
            </a:r>
            <a:endParaRPr kumimoji="0" lang="en-US" sz="41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752600"/>
            <a:ext cx="8001000" cy="435133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r>
              <a:rPr kumimoji="0" lang="en-US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Features in Galley app configured with </a:t>
            </a:r>
            <a:r>
              <a:rPr kumimoji="0" lang="en-US" sz="27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Myo</a:t>
            </a:r>
            <a:endParaRPr kumimoji="0" lang="en-US" sz="27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Tx/>
              <a:buChar char="-"/>
              <a:tabLst/>
              <a:defRPr/>
            </a:pPr>
            <a:r>
              <a:rPr kumimoji="0" lang="en-US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Sliding to Left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Tx/>
              <a:buChar char="-"/>
              <a:tabLst/>
              <a:defRPr/>
            </a:pPr>
            <a:r>
              <a:rPr kumimoji="0" lang="en-US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Sliding to Right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Tx/>
              <a:buChar char="-"/>
              <a:tabLst/>
              <a:defRPr/>
            </a:pPr>
            <a:r>
              <a:rPr kumimoji="0" lang="en-US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Selecting an Image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Tx/>
              <a:buChar char="-"/>
              <a:tabLst/>
              <a:defRPr/>
            </a:pPr>
            <a:r>
              <a:rPr kumimoji="0" lang="en-US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Zoom in an Image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Tx/>
              <a:buChar char="-"/>
              <a:tabLst/>
              <a:defRPr/>
            </a:pPr>
            <a:r>
              <a:rPr kumimoji="0" lang="en-US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Zoom out of an Image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ranayMyo1.mp4">
            <a:hlinkClick r:id="" action="ppaction://media"/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1600200" y="1676400"/>
            <a:ext cx="5340350" cy="40052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      Demo of </a:t>
            </a: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</a:rPr>
              <a:t>Myo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 Working 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Screen Recording of App Running</a:t>
            </a:r>
            <a:endParaRPr lang="en-US" dirty="0"/>
          </a:p>
        </p:txBody>
      </p:sp>
      <p:pic>
        <p:nvPicPr>
          <p:cNvPr id="4" name="MyoScreenRecd.mp4">
            <a:hlinkClick r:id="" action="ppaction://media"/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1943100" y="1600200"/>
            <a:ext cx="5486400" cy="411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305800" cy="4690872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 smtClean="0"/>
              <a:t>After testing MYO with 5 different users on our Gallery app </a:t>
            </a:r>
            <a:br>
              <a:rPr lang="en-US" dirty="0" smtClean="0"/>
            </a:br>
            <a:r>
              <a:rPr lang="en-US" dirty="0" smtClean="0"/>
              <a:t>(excluding us) .</a:t>
            </a:r>
          </a:p>
          <a:p>
            <a:pPr>
              <a:buNone/>
            </a:pPr>
            <a:endParaRPr lang="en-US" dirty="0" smtClean="0">
              <a:solidFill>
                <a:schemeClr val="tx2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*	It take 2-3 </a:t>
            </a: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</a:rPr>
              <a:t>mins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 for MYO to sync in with a new User	</a:t>
            </a:r>
          </a:p>
          <a:p>
            <a:pPr>
              <a:buNone/>
            </a:pPr>
            <a:endParaRPr lang="en-US" dirty="0" smtClean="0">
              <a:solidFill>
                <a:schemeClr val="tx2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* We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found the MYO to be accurate at reading gestures 75% of the time </a:t>
            </a:r>
          </a:p>
          <a:p>
            <a:pPr>
              <a:buFont typeface="Arial" charset="0"/>
              <a:buChar char="•"/>
            </a:pPr>
            <a:endParaRPr lang="en-US" dirty="0" smtClean="0">
              <a:solidFill>
                <a:schemeClr val="tx2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* Some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gestures like spread fingers (zoom in gallery) was hard to detect more 50% of the time</a:t>
            </a:r>
            <a:br>
              <a:rPr lang="en-US" dirty="0" smtClean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	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dirty="0" smtClean="0"/>
              <a:t>							</a:t>
            </a:r>
            <a:r>
              <a:rPr lang="en-US" b="1" dirty="0" smtClean="0"/>
              <a:t>Thank You…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 :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70</TotalTime>
  <Words>134</Words>
  <Application>Microsoft Office PowerPoint</Application>
  <PresentationFormat>On-screen Show (4:3)</PresentationFormat>
  <Paragraphs>29</Paragraphs>
  <Slides>8</Slides>
  <Notes>0</Notes>
  <HiddenSlides>0</HiddenSlides>
  <MMClips>2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Concourse</vt:lpstr>
      <vt:lpstr>MYO – Gallery </vt:lpstr>
      <vt:lpstr>Goal                     </vt:lpstr>
      <vt:lpstr>What is MYO ?</vt:lpstr>
      <vt:lpstr>     Work Flow of the Application</vt:lpstr>
      <vt:lpstr>Slide 5</vt:lpstr>
      <vt:lpstr>      Demo of Myo Working </vt:lpstr>
      <vt:lpstr>Screen Recording of App Running</vt:lpstr>
      <vt:lpstr>Conclusion :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MYO – Gallery</dc:title>
  <dc:creator>Siddhant Jaiswal</dc:creator>
  <cp:lastModifiedBy>Siddhant Jaiswal</cp:lastModifiedBy>
  <cp:revision>8</cp:revision>
  <dcterms:created xsi:type="dcterms:W3CDTF">2016-05-02T21:49:34Z</dcterms:created>
  <dcterms:modified xsi:type="dcterms:W3CDTF">2016-05-04T15:11:45Z</dcterms:modified>
</cp:coreProperties>
</file>